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47" y="51"/>
      </p:cViewPr>
      <p:guideLst/>
    </p:cSldViewPr>
  </p:slideViewPr>
  <p:notesTextViewPr>
    <p:cViewPr>
      <p:scale>
        <a:sx n="1" d="1"/>
        <a:sy n="1" d="1"/>
      </p:scale>
      <p:origin x="0" y="-1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7600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rgbClr val="48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flagged comparison sentences are sent — never the full report — alongside anonymized exemplars retrieved from the corpus.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7"/>
          <p:cNvSpPr/>
          <p:nvPr/>
        </p:nvSpPr>
        <p:spPr>
          <a:xfrm>
            <a:off x="480059" y="1892808"/>
            <a:ext cx="9083927" cy="3305556"/>
          </a:xfrm>
          <a:prstGeom prst="roundRect">
            <a:avLst>
              <a:gd name="adj" fmla="val 2388"/>
            </a:avLst>
          </a:prstGeom>
          <a:solidFill>
            <a:srgbClr val="F4F6FC"/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Qwen's </a:t>
            </a:r>
            <a:r>
              <a:rPr lang="en-US" sz="3200" b="1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revision prompt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80059" y="1495044"/>
            <a:ext cx="5500116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80059" y="1811256"/>
            <a:ext cx="5500116" cy="914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50429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029968"/>
            <a:ext cx="107442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 algn="l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assisting with radiology report drafting.</a:t>
            </a:r>
            <a:endParaRPr lang="en-US" sz="1150" dirty="0"/>
          </a:p>
          <a:p>
            <a:pPr marL="177800" indent="-177800" algn="l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be given comparison sentences from the Findings section, plus example sentences from other reports showing typical comparison phrasing.</a:t>
            </a:r>
            <a:endParaRPr lang="en-US" sz="1150" dirty="0"/>
          </a:p>
          <a:p>
            <a:pPr marL="177800" indent="-177800" algn="l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given sentences into clear, standard phrasing consistent with the examples.</a:t>
            </a:r>
            <a:endParaRPr lang="en-US" sz="1150" dirty="0"/>
          </a:p>
          <a:p>
            <a:pPr marL="177800" indent="-177800" algn="l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introduce new findings, do not remove findings present, do not change clinical meaning.</a:t>
            </a:r>
            <a:endParaRPr lang="en-US" sz="1150" dirty="0"/>
          </a:p>
          <a:p>
            <a:pPr marL="177800" indent="-177800" algn="l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exactly the same number of sentences, in the same order, as a JSON list — nothing else.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387852"/>
            <a:ext cx="9106786" cy="256032"/>
          </a:xfrm>
          <a:prstGeom prst="roundRect">
            <a:avLst>
              <a:gd name="adj" fmla="val 19048"/>
            </a:avLst>
          </a:prstGeom>
          <a:solidFill>
            <a:srgbClr val="534AB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38910" y="3332988"/>
            <a:ext cx="8781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0362" y="3689605"/>
            <a:ext cx="49880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comparison sentences from other reports: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6938" y="3877057"/>
            <a:ext cx="8576806" cy="292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 algn="l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i="1" dirty="0">
                <a:solidFill>
                  <a:srgbClr val="485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“Pleural effusion, unchanged from ___.”</a:t>
            </a:r>
            <a:endParaRPr lang="en-US" sz="1050" dirty="0"/>
          </a:p>
          <a:p>
            <a:pPr marL="177800" indent="-177800" algn="l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i="1" dirty="0">
                <a:solidFill>
                  <a:srgbClr val="485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“Improved bibasilar atelectasis compared to ___.”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0362" y="4146805"/>
            <a:ext cx="49880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Sentences to rewrite (JSON list, 2 items):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1802" y="4329684"/>
            <a:ext cx="8638900" cy="534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"Increased right pleural effusion.",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"Interval improvement of left lower lobe consolidation."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</Words>
  <Application>Microsoft Office PowerPoint</Application>
  <PresentationFormat>Breitbild</PresentationFormat>
  <Paragraphs>18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Courier New</vt:lpstr>
      <vt:lpstr>Office Theme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Raúl Grau</cp:lastModifiedBy>
  <cp:revision>2</cp:revision>
  <dcterms:created xsi:type="dcterms:W3CDTF">2026-07-14T14:36:06Z</dcterms:created>
  <dcterms:modified xsi:type="dcterms:W3CDTF">2026-07-14T14:42:17Z</dcterms:modified>
</cp:coreProperties>
</file>