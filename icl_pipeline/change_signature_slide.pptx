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change signature is calculated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14-pathology transition vector between the prior and current CheXbert labels — this is what retrieval matches 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75304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709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prior report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213055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CheXbert classifies each of 14 pathologies into 4 classes: blank, positive, negative, or uncertain.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75304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07992" y="1709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2624" y="169164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current report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07992" y="213055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4-way classification is applied to the current (or draft) report.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575304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170992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42248" y="169164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per pathology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2130552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= prior_class × 4 + current_class → one integer in [0,15] per pathology.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3154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38728"/>
          <a:ext cx="69494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691640"/>
                <a:gridCol w="14173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Pleural Effusion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2×4+1 =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Cardiomegaly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0×4+0 =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8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1×4+1 =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635240" y="3154680"/>
            <a:ext cx="4096512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0" y="333756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signature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863840" y="365760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[ 9, 0, 5, … ]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863840" y="425196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integers, one per CheXbert pathology, each in [0,15]. Same recipe at retrieval time: prior = ground truth, current = the MAIRA-2 draft.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signatures are compared via Hamming similarity (fraction of the 14 pathologies with an identical transition) or cosine similarity over a 14×16 one-hot expansion, optionally blended with RAD-DINO image-diff similarity.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2026-07-14T14:28:52Z</dcterms:created>
  <dcterms:modified xsi:type="dcterms:W3CDTF">2026-07-14T14:28:52Z</dcterms:modified>
</cp:coreProperties>
</file>