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ICL retrieve-then-revise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alternative to fine-tuning: MAIRA-2 drafts, Qwen2.5-7B-Instruct revises only the comparison sentences, a CheXbert-F1 guardrail keeps it monotonic.</a:t>
            </a:r>
            <a:endParaRPr lang="en-US" sz="1400" dirty="0"/>
          </a:p>
        </p:txBody>
      </p:sp>
      <p:pic>
        <p:nvPicPr>
          <p:cNvPr id="4" name="Image 0" descr="/sessions/practical-stoic-einstein/mnt/outputs/icl_pipeline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596" y="1371600"/>
            <a:ext cx="4937760" cy="363070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294914"/>
            <a:ext cx="2612898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386354"/>
            <a:ext cx="2612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1,786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5715538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set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(1,578 change, 208 no-change)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44418" y="5294914"/>
            <a:ext cx="2612898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3344418" y="5386354"/>
            <a:ext cx="2612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 / ROUGE-L ↓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435858" y="5715538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p&lt;0.001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survives correction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31636" y="5294914"/>
            <a:ext cx="2612898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6231636" y="5386354"/>
            <a:ext cx="2612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RadGraph-F1 ↓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323076" y="5715538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p=0.014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signal, reverses n=70 preview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118854" y="5294914"/>
            <a:ext cx="261289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9118854" y="5386354"/>
            <a:ext cx="26128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 net gain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210294" y="5715538"/>
            <a:ext cx="2430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+ RadGraph down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CheXbert-F1 rise is guardrail-guaranteed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6392194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ULCX / MIMIC-CXR longitudinal report generation  —  MAIRA-2 + Qwen2.5-7B-Instruct  —  full test-set evaluation via score.py, 1000-resample bootstrap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2026-07-14T12:50:07Z</dcterms:created>
  <dcterms:modified xsi:type="dcterms:W3CDTF">2026-07-14T12:50:07Z</dcterms:modified>
</cp:coreProperties>
</file>